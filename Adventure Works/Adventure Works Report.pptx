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FBE60A-07D5-4E12-A764-504566BE7E1E}" v="113" dt="2025-12-17T17:34:5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ashri Rawool" userId="37f22f9324e0c903" providerId="LiveId" clId="{102A8FC5-FC70-4866-AB13-A48B39960BE8}"/>
    <pc:docChg chg="undo custSel addSld delSld modSld modMainMaster">
      <pc:chgData name="Dhanashri Rawool" userId="37f22f9324e0c903" providerId="LiveId" clId="{102A8FC5-FC70-4866-AB13-A48B39960BE8}" dt="2025-12-17T17:34:30.882" v="1282" actId="403"/>
      <pc:docMkLst>
        <pc:docMk/>
      </pc:docMkLst>
      <pc:sldChg chg="modSp mod setBg">
        <pc:chgData name="Dhanashri Rawool" userId="37f22f9324e0c903" providerId="LiveId" clId="{102A8FC5-FC70-4866-AB13-A48B39960BE8}" dt="2025-12-17T12:11:19.719" v="238" actId="404"/>
        <pc:sldMkLst>
          <pc:docMk/>
          <pc:sldMk cId="1369953059" sldId="256"/>
        </pc:sldMkLst>
        <pc:spChg chg="mod">
          <ac:chgData name="Dhanashri Rawool" userId="37f22f9324e0c903" providerId="LiveId" clId="{102A8FC5-FC70-4866-AB13-A48B39960BE8}" dt="2025-12-17T12:11:14.163" v="237" actId="403"/>
          <ac:spMkLst>
            <pc:docMk/>
            <pc:sldMk cId="1369953059" sldId="256"/>
            <ac:spMk id="2" creationId="{1F617D9D-FBC7-2872-A00F-3AF12006F370}"/>
          </ac:spMkLst>
        </pc:spChg>
        <pc:spChg chg="mod">
          <ac:chgData name="Dhanashri Rawool" userId="37f22f9324e0c903" providerId="LiveId" clId="{102A8FC5-FC70-4866-AB13-A48B39960BE8}" dt="2025-12-17T12:11:19.719" v="238" actId="404"/>
          <ac:spMkLst>
            <pc:docMk/>
            <pc:sldMk cId="1369953059" sldId="256"/>
            <ac:spMk id="3" creationId="{ABEC5447-5390-E67D-AA46-FFFB12E765A9}"/>
          </ac:spMkLst>
        </pc:spChg>
      </pc:sldChg>
      <pc:sldChg chg="addSp modSp new mod">
        <pc:chgData name="Dhanashri Rawool" userId="37f22f9324e0c903" providerId="LiveId" clId="{102A8FC5-FC70-4866-AB13-A48B39960BE8}" dt="2025-12-17T12:23:22.458" v="401" actId="113"/>
        <pc:sldMkLst>
          <pc:docMk/>
          <pc:sldMk cId="2435431225" sldId="257"/>
        </pc:sldMkLst>
        <pc:spChg chg="mod">
          <ac:chgData name="Dhanashri Rawool" userId="37f22f9324e0c903" providerId="LiveId" clId="{102A8FC5-FC70-4866-AB13-A48B39960BE8}" dt="2025-12-17T11:48:47.875" v="112" actId="255"/>
          <ac:spMkLst>
            <pc:docMk/>
            <pc:sldMk cId="2435431225" sldId="257"/>
            <ac:spMk id="2" creationId="{0C69B916-8F42-03CA-5BF4-54017580AC76}"/>
          </ac:spMkLst>
        </pc:spChg>
        <pc:spChg chg="mod">
          <ac:chgData name="Dhanashri Rawool" userId="37f22f9324e0c903" providerId="LiveId" clId="{102A8FC5-FC70-4866-AB13-A48B39960BE8}" dt="2025-12-17T11:49:02.067" v="116" actId="27636"/>
          <ac:spMkLst>
            <pc:docMk/>
            <pc:sldMk cId="2435431225" sldId="257"/>
            <ac:spMk id="3" creationId="{2E3D2834-CA30-C612-2849-6DDEA8E69691}"/>
          </ac:spMkLst>
        </pc:spChg>
        <pc:spChg chg="add mod">
          <ac:chgData name="Dhanashri Rawool" userId="37f22f9324e0c903" providerId="LiveId" clId="{102A8FC5-FC70-4866-AB13-A48B39960BE8}" dt="2025-12-17T12:23:22.458" v="401" actId="113"/>
          <ac:spMkLst>
            <pc:docMk/>
            <pc:sldMk cId="2435431225" sldId="257"/>
            <ac:spMk id="4" creationId="{37CD43EE-FA76-C26B-5180-3FB52E35480B}"/>
          </ac:spMkLst>
        </pc:spChg>
      </pc:sldChg>
      <pc:sldChg chg="addSp delSp modSp new mod">
        <pc:chgData name="Dhanashri Rawool" userId="37f22f9324e0c903" providerId="LiveId" clId="{102A8FC5-FC70-4866-AB13-A48B39960BE8}" dt="2025-12-17T16:49:48.681" v="783" actId="20577"/>
        <pc:sldMkLst>
          <pc:docMk/>
          <pc:sldMk cId="4157366041" sldId="258"/>
        </pc:sldMkLst>
        <pc:spChg chg="mod">
          <ac:chgData name="Dhanashri Rawool" userId="37f22f9324e0c903" providerId="LiveId" clId="{102A8FC5-FC70-4866-AB13-A48B39960BE8}" dt="2025-12-17T16:49:48.681" v="783" actId="20577"/>
          <ac:spMkLst>
            <pc:docMk/>
            <pc:sldMk cId="4157366041" sldId="258"/>
            <ac:spMk id="2" creationId="{84F00F34-D5FF-0897-4CB8-06436169C39F}"/>
          </ac:spMkLst>
        </pc:spChg>
        <pc:spChg chg="del">
          <ac:chgData name="Dhanashri Rawool" userId="37f22f9324e0c903" providerId="LiveId" clId="{102A8FC5-FC70-4866-AB13-A48B39960BE8}" dt="2025-12-17T12:03:34.885" v="184" actId="22"/>
          <ac:spMkLst>
            <pc:docMk/>
            <pc:sldMk cId="4157366041" sldId="258"/>
            <ac:spMk id="3" creationId="{968C6836-4929-8B45-76E4-A18781CB2B1A}"/>
          </ac:spMkLst>
        </pc:spChg>
        <pc:spChg chg="add mod">
          <ac:chgData name="Dhanashri Rawool" userId="37f22f9324e0c903" providerId="LiveId" clId="{102A8FC5-FC70-4866-AB13-A48B39960BE8}" dt="2025-12-17T12:08:54.678" v="223" actId="1076"/>
          <ac:spMkLst>
            <pc:docMk/>
            <pc:sldMk cId="4157366041" sldId="258"/>
            <ac:spMk id="6" creationId="{EC80A5C8-E66E-7AF1-7777-F6AEB7B4161F}"/>
          </ac:spMkLst>
        </pc:spChg>
        <pc:spChg chg="add">
          <ac:chgData name="Dhanashri Rawool" userId="37f22f9324e0c903" providerId="LiveId" clId="{102A8FC5-FC70-4866-AB13-A48B39960BE8}" dt="2025-12-17T12:05:47.001" v="201"/>
          <ac:spMkLst>
            <pc:docMk/>
            <pc:sldMk cId="4157366041" sldId="258"/>
            <ac:spMk id="7" creationId="{B32F3901-F471-F710-816A-11381FB42A5D}"/>
          </ac:spMkLst>
        </pc:spChg>
        <pc:spChg chg="add mod">
          <ac:chgData name="Dhanashri Rawool" userId="37f22f9324e0c903" providerId="LiveId" clId="{102A8FC5-FC70-4866-AB13-A48B39960BE8}" dt="2025-12-17T12:23:16.470" v="400" actId="113"/>
          <ac:spMkLst>
            <pc:docMk/>
            <pc:sldMk cId="4157366041" sldId="258"/>
            <ac:spMk id="8" creationId="{1D2168FA-8047-EF68-2E73-BEE124420FBD}"/>
          </ac:spMkLst>
        </pc:spChg>
        <pc:picChg chg="add mod ord modCrop">
          <ac:chgData name="Dhanashri Rawool" userId="37f22f9324e0c903" providerId="LiveId" clId="{102A8FC5-FC70-4866-AB13-A48B39960BE8}" dt="2025-12-17T12:10:30.189" v="233" actId="1076"/>
          <ac:picMkLst>
            <pc:docMk/>
            <pc:sldMk cId="4157366041" sldId="258"/>
            <ac:picMk id="5" creationId="{C12F47EC-3573-BE98-0725-0514F4832DF9}"/>
          </ac:picMkLst>
        </pc:picChg>
      </pc:sldChg>
      <pc:sldChg chg="addSp delSp modSp new mod">
        <pc:chgData name="Dhanashri Rawool" userId="37f22f9324e0c903" providerId="LiveId" clId="{102A8FC5-FC70-4866-AB13-A48B39960BE8}" dt="2025-12-17T16:49:54.068" v="784" actId="20577"/>
        <pc:sldMkLst>
          <pc:docMk/>
          <pc:sldMk cId="687101438" sldId="259"/>
        </pc:sldMkLst>
        <pc:spChg chg="mod">
          <ac:chgData name="Dhanashri Rawool" userId="37f22f9324e0c903" providerId="LiveId" clId="{102A8FC5-FC70-4866-AB13-A48B39960BE8}" dt="2025-12-17T16:49:54.068" v="784" actId="20577"/>
          <ac:spMkLst>
            <pc:docMk/>
            <pc:sldMk cId="687101438" sldId="259"/>
            <ac:spMk id="2" creationId="{3ADB3A8F-439B-8582-534E-A874FE16D84F}"/>
          </ac:spMkLst>
        </pc:spChg>
        <pc:spChg chg="del mod">
          <ac:chgData name="Dhanashri Rawool" userId="37f22f9324e0c903" providerId="LiveId" clId="{102A8FC5-FC70-4866-AB13-A48B39960BE8}" dt="2025-12-17T12:14:50.265" v="276" actId="22"/>
          <ac:spMkLst>
            <pc:docMk/>
            <pc:sldMk cId="687101438" sldId="259"/>
            <ac:spMk id="3" creationId="{464AC449-F2E2-7BBB-DF6D-0198953028BA}"/>
          </ac:spMkLst>
        </pc:spChg>
        <pc:spChg chg="add del mod">
          <ac:chgData name="Dhanashri Rawool" userId="37f22f9324e0c903" providerId="LiveId" clId="{102A8FC5-FC70-4866-AB13-A48B39960BE8}" dt="2025-12-17T12:16:55.962" v="282" actId="478"/>
          <ac:spMkLst>
            <pc:docMk/>
            <pc:sldMk cId="687101438" sldId="259"/>
            <ac:spMk id="7" creationId="{9ADEAFD0-F437-6A94-C74A-7A21C6674A32}"/>
          </ac:spMkLst>
        </pc:spChg>
        <pc:spChg chg="add mod">
          <ac:chgData name="Dhanashri Rawool" userId="37f22f9324e0c903" providerId="LiveId" clId="{102A8FC5-FC70-4866-AB13-A48B39960BE8}" dt="2025-12-17T12:20:18.470" v="302" actId="20577"/>
          <ac:spMkLst>
            <pc:docMk/>
            <pc:sldMk cId="687101438" sldId="259"/>
            <ac:spMk id="10" creationId="{4D9D2D6A-511B-4F4F-60AF-0F74BDB8F4A2}"/>
          </ac:spMkLst>
        </pc:spChg>
        <pc:spChg chg="add mod">
          <ac:chgData name="Dhanashri Rawool" userId="37f22f9324e0c903" providerId="LiveId" clId="{102A8FC5-FC70-4866-AB13-A48B39960BE8}" dt="2025-12-17T12:23:00.436" v="399" actId="207"/>
          <ac:spMkLst>
            <pc:docMk/>
            <pc:sldMk cId="687101438" sldId="259"/>
            <ac:spMk id="11" creationId="{D8B402DC-C6F2-609E-629C-C4A015A8BE4C}"/>
          </ac:spMkLst>
        </pc:spChg>
        <pc:picChg chg="add del mod ord">
          <ac:chgData name="Dhanashri Rawool" userId="37f22f9324e0c903" providerId="LiveId" clId="{102A8FC5-FC70-4866-AB13-A48B39960BE8}" dt="2025-12-17T12:15:06.109" v="280" actId="478"/>
          <ac:picMkLst>
            <pc:docMk/>
            <pc:sldMk cId="687101438" sldId="259"/>
            <ac:picMk id="5" creationId="{6D762FEF-8903-3EDD-3AF6-91510819AF90}"/>
          </ac:picMkLst>
        </pc:picChg>
        <pc:picChg chg="add mod modCrop">
          <ac:chgData name="Dhanashri Rawool" userId="37f22f9324e0c903" providerId="LiveId" clId="{102A8FC5-FC70-4866-AB13-A48B39960BE8}" dt="2025-12-17T12:18:18.784" v="293" actId="1076"/>
          <ac:picMkLst>
            <pc:docMk/>
            <pc:sldMk cId="687101438" sldId="259"/>
            <ac:picMk id="9" creationId="{4C90F258-A823-56BE-8B9E-855960A0CE4F}"/>
          </ac:picMkLst>
        </pc:picChg>
      </pc:sldChg>
      <pc:sldChg chg="addSp delSp modSp new mod">
        <pc:chgData name="Dhanashri Rawool" userId="37f22f9324e0c903" providerId="LiveId" clId="{102A8FC5-FC70-4866-AB13-A48B39960BE8}" dt="2025-12-17T16:47:53.750" v="750" actId="14100"/>
        <pc:sldMkLst>
          <pc:docMk/>
          <pc:sldMk cId="1880330272" sldId="260"/>
        </pc:sldMkLst>
        <pc:spChg chg="mod">
          <ac:chgData name="Dhanashri Rawool" userId="37f22f9324e0c903" providerId="LiveId" clId="{102A8FC5-FC70-4866-AB13-A48B39960BE8}" dt="2025-12-17T12:25:09.671" v="440" actId="1076"/>
          <ac:spMkLst>
            <pc:docMk/>
            <pc:sldMk cId="1880330272" sldId="260"/>
            <ac:spMk id="2" creationId="{D7EF1951-9606-B72B-DE20-20731A84B717}"/>
          </ac:spMkLst>
        </pc:spChg>
        <pc:spChg chg="del">
          <ac:chgData name="Dhanashri Rawool" userId="37f22f9324e0c903" providerId="LiveId" clId="{102A8FC5-FC70-4866-AB13-A48B39960BE8}" dt="2025-12-17T16:10:05.778" v="441" actId="478"/>
          <ac:spMkLst>
            <pc:docMk/>
            <pc:sldMk cId="1880330272" sldId="260"/>
            <ac:spMk id="3" creationId="{6BBD67F4-54E2-0A0B-E087-2836DB6DD208}"/>
          </ac:spMkLst>
        </pc:spChg>
        <pc:spChg chg="add mod">
          <ac:chgData name="Dhanashri Rawool" userId="37f22f9324e0c903" providerId="LiveId" clId="{102A8FC5-FC70-4866-AB13-A48B39960BE8}" dt="2025-12-17T16:28:02.346" v="506" actId="1076"/>
          <ac:spMkLst>
            <pc:docMk/>
            <pc:sldMk cId="1880330272" sldId="260"/>
            <ac:spMk id="11" creationId="{37F98BCD-53C1-C0DD-220B-57A4ED87C2AD}"/>
          </ac:spMkLst>
        </pc:spChg>
        <pc:spChg chg="add del mod">
          <ac:chgData name="Dhanashri Rawool" userId="37f22f9324e0c903" providerId="LiveId" clId="{102A8FC5-FC70-4866-AB13-A48B39960BE8}" dt="2025-12-17T16:29:06.116" v="511" actId="478"/>
          <ac:spMkLst>
            <pc:docMk/>
            <pc:sldMk cId="1880330272" sldId="260"/>
            <ac:spMk id="12" creationId="{5F69D2AD-3AD1-1B59-ECAD-D1505EF59706}"/>
          </ac:spMkLst>
        </pc:spChg>
        <pc:spChg chg="add mod">
          <ac:chgData name="Dhanashri Rawool" userId="37f22f9324e0c903" providerId="LiveId" clId="{102A8FC5-FC70-4866-AB13-A48B39960BE8}" dt="2025-12-17T16:47:53.750" v="750" actId="14100"/>
          <ac:spMkLst>
            <pc:docMk/>
            <pc:sldMk cId="1880330272" sldId="260"/>
            <ac:spMk id="13" creationId="{A52B4E8E-C81C-7FAA-0A9C-4ED950C2477C}"/>
          </ac:spMkLst>
        </pc:spChg>
        <pc:graphicFrameChg chg="add mod">
          <ac:chgData name="Dhanashri Rawool" userId="37f22f9324e0c903" providerId="LiveId" clId="{102A8FC5-FC70-4866-AB13-A48B39960BE8}" dt="2025-12-17T16:28:46.089" v="509" actId="113"/>
          <ac:graphicFrameMkLst>
            <pc:docMk/>
            <pc:sldMk cId="1880330272" sldId="260"/>
            <ac:graphicFrameMk id="10" creationId="{339ADDE4-A034-4D10-898F-9AF302F861A3}"/>
          </ac:graphicFrameMkLst>
        </pc:graphicFrameChg>
        <pc:picChg chg="add del">
          <ac:chgData name="Dhanashri Rawool" userId="37f22f9324e0c903" providerId="LiveId" clId="{102A8FC5-FC70-4866-AB13-A48B39960BE8}" dt="2025-12-17T16:10:12.525" v="443" actId="478"/>
          <ac:picMkLst>
            <pc:docMk/>
            <pc:sldMk cId="1880330272" sldId="260"/>
            <ac:picMk id="5" creationId="{543CBA4B-3370-C0CA-5EB5-DF4A57D9FFD8}"/>
          </ac:picMkLst>
        </pc:picChg>
        <pc:picChg chg="add del mod">
          <ac:chgData name="Dhanashri Rawool" userId="37f22f9324e0c903" providerId="LiveId" clId="{102A8FC5-FC70-4866-AB13-A48B39960BE8}" dt="2025-12-17T16:13:14.966" v="448" actId="478"/>
          <ac:picMkLst>
            <pc:docMk/>
            <pc:sldMk cId="1880330272" sldId="260"/>
            <ac:picMk id="7" creationId="{41D3F165-7BE7-506E-D1B2-304E05BE58D3}"/>
          </ac:picMkLst>
        </pc:picChg>
        <pc:picChg chg="add mod modCrop">
          <ac:chgData name="Dhanashri Rawool" userId="37f22f9324e0c903" providerId="LiveId" clId="{102A8FC5-FC70-4866-AB13-A48B39960BE8}" dt="2025-12-17T16:26:41.458" v="491" actId="1076"/>
          <ac:picMkLst>
            <pc:docMk/>
            <pc:sldMk cId="1880330272" sldId="260"/>
            <ac:picMk id="9" creationId="{1ABE24D7-8044-C529-405D-EF1FEF36AF3C}"/>
          </ac:picMkLst>
        </pc:picChg>
      </pc:sldChg>
      <pc:sldChg chg="addSp delSp modSp new mod">
        <pc:chgData name="Dhanashri Rawool" userId="37f22f9324e0c903" providerId="LiveId" clId="{102A8FC5-FC70-4866-AB13-A48B39960BE8}" dt="2025-12-17T16:50:03.578" v="785" actId="20577"/>
        <pc:sldMkLst>
          <pc:docMk/>
          <pc:sldMk cId="3289659220" sldId="261"/>
        </pc:sldMkLst>
        <pc:spChg chg="mod">
          <ac:chgData name="Dhanashri Rawool" userId="37f22f9324e0c903" providerId="LiveId" clId="{102A8FC5-FC70-4866-AB13-A48B39960BE8}" dt="2025-12-17T16:50:03.578" v="785" actId="20577"/>
          <ac:spMkLst>
            <pc:docMk/>
            <pc:sldMk cId="3289659220" sldId="261"/>
            <ac:spMk id="2" creationId="{29AFF684-1150-3B13-5C99-4A3AB98299C8}"/>
          </ac:spMkLst>
        </pc:spChg>
        <pc:spChg chg="del">
          <ac:chgData name="Dhanashri Rawool" userId="37f22f9324e0c903" providerId="LiveId" clId="{102A8FC5-FC70-4866-AB13-A48B39960BE8}" dt="2025-12-17T16:44:17.284" v="714" actId="22"/>
          <ac:spMkLst>
            <pc:docMk/>
            <pc:sldMk cId="3289659220" sldId="261"/>
            <ac:spMk id="3" creationId="{E54EDB2C-6B44-7CA6-2CB3-0A99B23D55F5}"/>
          </ac:spMkLst>
        </pc:spChg>
        <pc:spChg chg="add mod">
          <ac:chgData name="Dhanashri Rawool" userId="37f22f9324e0c903" providerId="LiveId" clId="{102A8FC5-FC70-4866-AB13-A48B39960BE8}" dt="2025-12-17T16:46:41.800" v="740" actId="1076"/>
          <ac:spMkLst>
            <pc:docMk/>
            <pc:sldMk cId="3289659220" sldId="261"/>
            <ac:spMk id="6" creationId="{4D03B29B-6A08-7424-FE10-EB96F917349F}"/>
          </ac:spMkLst>
        </pc:spChg>
        <pc:spChg chg="add del mod">
          <ac:chgData name="Dhanashri Rawool" userId="37f22f9324e0c903" providerId="LiveId" clId="{102A8FC5-FC70-4866-AB13-A48B39960BE8}" dt="2025-12-17T16:46:55.488" v="743"/>
          <ac:spMkLst>
            <pc:docMk/>
            <pc:sldMk cId="3289659220" sldId="261"/>
            <ac:spMk id="7" creationId="{34FC83BF-4FC0-824E-7597-7F1F0835223E}"/>
          </ac:spMkLst>
        </pc:spChg>
        <pc:spChg chg="add mod">
          <ac:chgData name="Dhanashri Rawool" userId="37f22f9324e0c903" providerId="LiveId" clId="{102A8FC5-FC70-4866-AB13-A48B39960BE8}" dt="2025-12-17T16:47:31.738" v="747" actId="113"/>
          <ac:spMkLst>
            <pc:docMk/>
            <pc:sldMk cId="3289659220" sldId="261"/>
            <ac:spMk id="8" creationId="{5001D890-14DC-4544-4531-2671B15F3A00}"/>
          </ac:spMkLst>
        </pc:spChg>
        <pc:picChg chg="add mod ord modCrop">
          <ac:chgData name="Dhanashri Rawool" userId="37f22f9324e0c903" providerId="LiveId" clId="{102A8FC5-FC70-4866-AB13-A48B39960BE8}" dt="2025-12-17T16:46:25.368" v="738" actId="1076"/>
          <ac:picMkLst>
            <pc:docMk/>
            <pc:sldMk cId="3289659220" sldId="261"/>
            <ac:picMk id="5" creationId="{3A212C63-11D9-E266-92A8-A83332126F12}"/>
          </ac:picMkLst>
        </pc:picChg>
      </pc:sldChg>
      <pc:sldChg chg="addSp delSp modSp new mod">
        <pc:chgData name="Dhanashri Rawool" userId="37f22f9324e0c903" providerId="LiveId" clId="{102A8FC5-FC70-4866-AB13-A48B39960BE8}" dt="2025-12-17T17:01:03.259" v="817"/>
        <pc:sldMkLst>
          <pc:docMk/>
          <pc:sldMk cId="2321316376" sldId="262"/>
        </pc:sldMkLst>
        <pc:spChg chg="mod">
          <ac:chgData name="Dhanashri Rawool" userId="37f22f9324e0c903" providerId="LiveId" clId="{102A8FC5-FC70-4866-AB13-A48B39960BE8}" dt="2025-12-17T16:50:17.720" v="787" actId="1076"/>
          <ac:spMkLst>
            <pc:docMk/>
            <pc:sldMk cId="2321316376" sldId="262"/>
            <ac:spMk id="2" creationId="{B0516D56-EA5D-D84B-4DDC-8382080A8BA9}"/>
          </ac:spMkLst>
        </pc:spChg>
        <pc:spChg chg="del">
          <ac:chgData name="Dhanashri Rawool" userId="37f22f9324e0c903" providerId="LiveId" clId="{102A8FC5-FC70-4866-AB13-A48B39960BE8}" dt="2025-12-17T16:50:22.688" v="788" actId="478"/>
          <ac:spMkLst>
            <pc:docMk/>
            <pc:sldMk cId="2321316376" sldId="262"/>
            <ac:spMk id="3" creationId="{493D170C-16FF-B9D9-E537-93EC6356356C}"/>
          </ac:spMkLst>
        </pc:spChg>
        <pc:spChg chg="add mod">
          <ac:chgData name="Dhanashri Rawool" userId="37f22f9324e0c903" providerId="LiveId" clId="{102A8FC5-FC70-4866-AB13-A48B39960BE8}" dt="2025-12-17T16:56:16.815" v="812" actId="1076"/>
          <ac:spMkLst>
            <pc:docMk/>
            <pc:sldMk cId="2321316376" sldId="262"/>
            <ac:spMk id="6" creationId="{EE586A15-409C-363A-7879-BCD35EB5837A}"/>
          </ac:spMkLst>
        </pc:spChg>
        <pc:spChg chg="add del mod">
          <ac:chgData name="Dhanashri Rawool" userId="37f22f9324e0c903" providerId="LiveId" clId="{102A8FC5-FC70-4866-AB13-A48B39960BE8}" dt="2025-12-17T17:00:42.728" v="814" actId="478"/>
          <ac:spMkLst>
            <pc:docMk/>
            <pc:sldMk cId="2321316376" sldId="262"/>
            <ac:spMk id="7" creationId="{75E6C0A7-4331-7A1C-AC6E-F2F57E8FFAB8}"/>
          </ac:spMkLst>
        </pc:spChg>
        <pc:spChg chg="add mod">
          <ac:chgData name="Dhanashri Rawool" userId="37f22f9324e0c903" providerId="LiveId" clId="{102A8FC5-FC70-4866-AB13-A48B39960BE8}" dt="2025-12-17T17:01:03.259" v="817"/>
          <ac:spMkLst>
            <pc:docMk/>
            <pc:sldMk cId="2321316376" sldId="262"/>
            <ac:spMk id="8" creationId="{586B25F4-9BF7-4FA1-DE9C-D4FA7847928F}"/>
          </ac:spMkLst>
        </pc:spChg>
        <pc:picChg chg="add mod modCrop">
          <ac:chgData name="Dhanashri Rawool" userId="37f22f9324e0c903" providerId="LiveId" clId="{102A8FC5-FC70-4866-AB13-A48B39960BE8}" dt="2025-12-17T16:54:53.907" v="803" actId="1076"/>
          <ac:picMkLst>
            <pc:docMk/>
            <pc:sldMk cId="2321316376" sldId="262"/>
            <ac:picMk id="5" creationId="{53809E64-8E48-D694-A2DC-DF4D8E37C524}"/>
          </ac:picMkLst>
        </pc:picChg>
      </pc:sldChg>
      <pc:sldChg chg="new del">
        <pc:chgData name="Dhanashri Rawool" userId="37f22f9324e0c903" providerId="LiveId" clId="{102A8FC5-FC70-4866-AB13-A48B39960BE8}" dt="2025-12-17T16:48:12.352" v="752" actId="47"/>
        <pc:sldMkLst>
          <pc:docMk/>
          <pc:sldMk cId="3823124281" sldId="262"/>
        </pc:sldMkLst>
      </pc:sldChg>
      <pc:sldChg chg="addSp delSp modSp new mod">
        <pc:chgData name="Dhanashri Rawool" userId="37f22f9324e0c903" providerId="LiveId" clId="{102A8FC5-FC70-4866-AB13-A48B39960BE8}" dt="2025-12-17T17:19:50.225" v="983" actId="1076"/>
        <pc:sldMkLst>
          <pc:docMk/>
          <pc:sldMk cId="2278250058" sldId="263"/>
        </pc:sldMkLst>
        <pc:spChg chg="mod">
          <ac:chgData name="Dhanashri Rawool" userId="37f22f9324e0c903" providerId="LiveId" clId="{102A8FC5-FC70-4866-AB13-A48B39960BE8}" dt="2025-12-17T17:14:38.279" v="858" actId="1076"/>
          <ac:spMkLst>
            <pc:docMk/>
            <pc:sldMk cId="2278250058" sldId="263"/>
            <ac:spMk id="2" creationId="{EED2AA48-BAF9-B4BB-A387-F811737E58F1}"/>
          </ac:spMkLst>
        </pc:spChg>
        <pc:spChg chg="del">
          <ac:chgData name="Dhanashri Rawool" userId="37f22f9324e0c903" providerId="LiveId" clId="{102A8FC5-FC70-4866-AB13-A48B39960BE8}" dt="2025-12-17T17:02:15.813" v="852" actId="478"/>
          <ac:spMkLst>
            <pc:docMk/>
            <pc:sldMk cId="2278250058" sldId="263"/>
            <ac:spMk id="3" creationId="{0F84EDF5-3F75-E1FF-D4E1-43B63719E6F6}"/>
          </ac:spMkLst>
        </pc:spChg>
        <pc:spChg chg="add mod">
          <ac:chgData name="Dhanashri Rawool" userId="37f22f9324e0c903" providerId="LiveId" clId="{102A8FC5-FC70-4866-AB13-A48B39960BE8}" dt="2025-12-17T17:15:37.086" v="867" actId="1076"/>
          <ac:spMkLst>
            <pc:docMk/>
            <pc:sldMk cId="2278250058" sldId="263"/>
            <ac:spMk id="6" creationId="{F69EB895-14BF-E50A-69EC-C9881567B6AC}"/>
          </ac:spMkLst>
        </pc:spChg>
        <pc:spChg chg="add mod">
          <ac:chgData name="Dhanashri Rawool" userId="37f22f9324e0c903" providerId="LiveId" clId="{102A8FC5-FC70-4866-AB13-A48B39960BE8}" dt="2025-12-17T17:19:50.225" v="983" actId="1076"/>
          <ac:spMkLst>
            <pc:docMk/>
            <pc:sldMk cId="2278250058" sldId="263"/>
            <ac:spMk id="7" creationId="{522886CB-08C1-D233-893D-CFB1D0F69622}"/>
          </ac:spMkLst>
        </pc:spChg>
        <pc:picChg chg="add del mod">
          <ac:chgData name="Dhanashri Rawool" userId="37f22f9324e0c903" providerId="LiveId" clId="{102A8FC5-FC70-4866-AB13-A48B39960BE8}" dt="2025-12-17T17:16:19.433" v="962" actId="478"/>
          <ac:picMkLst>
            <pc:docMk/>
            <pc:sldMk cId="2278250058" sldId="263"/>
            <ac:picMk id="5" creationId="{287E09AC-375B-692B-548F-2E08035AE0DD}"/>
          </ac:picMkLst>
        </pc:picChg>
        <pc:picChg chg="add del mod modCrop">
          <ac:chgData name="Dhanashri Rawool" userId="37f22f9324e0c903" providerId="LiveId" clId="{102A8FC5-FC70-4866-AB13-A48B39960BE8}" dt="2025-12-17T17:17:55.553" v="973" actId="478"/>
          <ac:picMkLst>
            <pc:docMk/>
            <pc:sldMk cId="2278250058" sldId="263"/>
            <ac:picMk id="9" creationId="{7EC60FD5-575C-0FC0-2810-5677634DE2CC}"/>
          </ac:picMkLst>
        </pc:picChg>
        <pc:picChg chg="add mod modCrop">
          <ac:chgData name="Dhanashri Rawool" userId="37f22f9324e0c903" providerId="LiveId" clId="{102A8FC5-FC70-4866-AB13-A48B39960BE8}" dt="2025-12-17T17:19:25.756" v="979" actId="1582"/>
          <ac:picMkLst>
            <pc:docMk/>
            <pc:sldMk cId="2278250058" sldId="263"/>
            <ac:picMk id="11" creationId="{3BA47968-86ED-052D-E318-E9B0B96193F6}"/>
          </ac:picMkLst>
        </pc:picChg>
      </pc:sldChg>
      <pc:sldChg chg="addSp delSp modSp new mod">
        <pc:chgData name="Dhanashri Rawool" userId="37f22f9324e0c903" providerId="LiveId" clId="{102A8FC5-FC70-4866-AB13-A48B39960BE8}" dt="2025-12-17T17:29:43.699" v="1211" actId="113"/>
        <pc:sldMkLst>
          <pc:docMk/>
          <pc:sldMk cId="3928243202" sldId="264"/>
        </pc:sldMkLst>
        <pc:spChg chg="mod">
          <ac:chgData name="Dhanashri Rawool" userId="37f22f9324e0c903" providerId="LiveId" clId="{102A8FC5-FC70-4866-AB13-A48B39960BE8}" dt="2025-12-17T17:20:48.855" v="1018" actId="20577"/>
          <ac:spMkLst>
            <pc:docMk/>
            <pc:sldMk cId="3928243202" sldId="264"/>
            <ac:spMk id="2" creationId="{67860DD9-86EB-28A8-D4BB-10FF57CAAAB9}"/>
          </ac:spMkLst>
        </pc:spChg>
        <pc:spChg chg="add del mod">
          <ac:chgData name="Dhanashri Rawool" userId="37f22f9324e0c903" providerId="LiveId" clId="{102A8FC5-FC70-4866-AB13-A48B39960BE8}" dt="2025-12-17T17:29:43.699" v="1211" actId="113"/>
          <ac:spMkLst>
            <pc:docMk/>
            <pc:sldMk cId="3928243202" sldId="264"/>
            <ac:spMk id="3" creationId="{0E4B0925-C90B-D672-AFF4-193A7F8A1377}"/>
          </ac:spMkLst>
        </pc:spChg>
        <pc:spChg chg="add">
          <ac:chgData name="Dhanashri Rawool" userId="37f22f9324e0c903" providerId="LiveId" clId="{102A8FC5-FC70-4866-AB13-A48B39960BE8}" dt="2025-12-17T17:22:51.510" v="1037"/>
          <ac:spMkLst>
            <pc:docMk/>
            <pc:sldMk cId="3928243202" sldId="264"/>
            <ac:spMk id="4" creationId="{2BE60AD9-0384-3A1F-64E6-C29D7A012011}"/>
          </ac:spMkLst>
        </pc:spChg>
        <pc:spChg chg="add">
          <ac:chgData name="Dhanashri Rawool" userId="37f22f9324e0c903" providerId="LiveId" clId="{102A8FC5-FC70-4866-AB13-A48B39960BE8}" dt="2025-12-17T17:23:02.222" v="1038"/>
          <ac:spMkLst>
            <pc:docMk/>
            <pc:sldMk cId="3928243202" sldId="264"/>
            <ac:spMk id="5" creationId="{203C42A0-A332-2AD9-A244-1FD5B6A8719F}"/>
          </ac:spMkLst>
        </pc:spChg>
        <pc:spChg chg="add">
          <ac:chgData name="Dhanashri Rawool" userId="37f22f9324e0c903" providerId="LiveId" clId="{102A8FC5-FC70-4866-AB13-A48B39960BE8}" dt="2025-12-17T17:25:26.330" v="1141"/>
          <ac:spMkLst>
            <pc:docMk/>
            <pc:sldMk cId="3928243202" sldId="264"/>
            <ac:spMk id="6" creationId="{AEF42DBA-DEFC-6751-E739-74A2B88C5640}"/>
          </ac:spMkLst>
        </pc:spChg>
        <pc:spChg chg="add">
          <ac:chgData name="Dhanashri Rawool" userId="37f22f9324e0c903" providerId="LiveId" clId="{102A8FC5-FC70-4866-AB13-A48B39960BE8}" dt="2025-12-17T17:27:53.693" v="1190"/>
          <ac:spMkLst>
            <pc:docMk/>
            <pc:sldMk cId="3928243202" sldId="264"/>
            <ac:spMk id="7" creationId="{32BB1815-FF0F-76EF-B3B5-513B14A05C9C}"/>
          </ac:spMkLst>
        </pc:spChg>
      </pc:sldChg>
      <pc:sldChg chg="addSp delSp modSp new mod">
        <pc:chgData name="Dhanashri Rawool" userId="37f22f9324e0c903" providerId="LiveId" clId="{102A8FC5-FC70-4866-AB13-A48B39960BE8}" dt="2025-12-17T17:33:36.655" v="1263" actId="14100"/>
        <pc:sldMkLst>
          <pc:docMk/>
          <pc:sldMk cId="1545395394" sldId="265"/>
        </pc:sldMkLst>
        <pc:spChg chg="del">
          <ac:chgData name="Dhanashri Rawool" userId="37f22f9324e0c903" providerId="LiveId" clId="{102A8FC5-FC70-4866-AB13-A48B39960BE8}" dt="2025-12-17T17:30:12.046" v="1213" actId="478"/>
          <ac:spMkLst>
            <pc:docMk/>
            <pc:sldMk cId="1545395394" sldId="265"/>
            <ac:spMk id="2" creationId="{24C0D096-9990-2FB4-7CDE-966172DD3489}"/>
          </ac:spMkLst>
        </pc:spChg>
        <pc:spChg chg="mod">
          <ac:chgData name="Dhanashri Rawool" userId="37f22f9324e0c903" providerId="LiveId" clId="{102A8FC5-FC70-4866-AB13-A48B39960BE8}" dt="2025-12-17T17:33:36.655" v="1263" actId="14100"/>
          <ac:spMkLst>
            <pc:docMk/>
            <pc:sldMk cId="1545395394" sldId="265"/>
            <ac:spMk id="3" creationId="{04788145-342E-2333-1FCA-7B2935E1039D}"/>
          </ac:spMkLst>
        </pc:spChg>
        <pc:spChg chg="add">
          <ac:chgData name="Dhanashri Rawool" userId="37f22f9324e0c903" providerId="LiveId" clId="{102A8FC5-FC70-4866-AB13-A48B39960BE8}" dt="2025-12-17T17:31:29.480" v="1231"/>
          <ac:spMkLst>
            <pc:docMk/>
            <pc:sldMk cId="1545395394" sldId="265"/>
            <ac:spMk id="4" creationId="{D7F50940-FB33-873B-2AE1-83275DCE037B}"/>
          </ac:spMkLst>
        </pc:spChg>
        <pc:spChg chg="add">
          <ac:chgData name="Dhanashri Rawool" userId="37f22f9324e0c903" providerId="LiveId" clId="{102A8FC5-FC70-4866-AB13-A48B39960BE8}" dt="2025-12-17T17:31:41.207" v="1232"/>
          <ac:spMkLst>
            <pc:docMk/>
            <pc:sldMk cId="1545395394" sldId="265"/>
            <ac:spMk id="5" creationId="{95B61CDB-297C-0952-85E2-0E7FF3F427DB}"/>
          </ac:spMkLst>
        </pc:spChg>
      </pc:sldChg>
      <pc:sldChg chg="modSp new mod">
        <pc:chgData name="Dhanashri Rawool" userId="37f22f9324e0c903" providerId="LiveId" clId="{102A8FC5-FC70-4866-AB13-A48B39960BE8}" dt="2025-12-17T17:34:30.882" v="1282" actId="403"/>
        <pc:sldMkLst>
          <pc:docMk/>
          <pc:sldMk cId="3971216420" sldId="266"/>
        </pc:sldMkLst>
        <pc:spChg chg="mod">
          <ac:chgData name="Dhanashri Rawool" userId="37f22f9324e0c903" providerId="LiveId" clId="{102A8FC5-FC70-4866-AB13-A48B39960BE8}" dt="2025-12-17T17:34:30.882" v="1282" actId="403"/>
          <ac:spMkLst>
            <pc:docMk/>
            <pc:sldMk cId="3971216420" sldId="266"/>
            <ac:spMk id="2" creationId="{BA0FFC1B-DD30-D6A9-8415-AF23400FAC9F}"/>
          </ac:spMkLst>
        </pc:spChg>
      </pc:sldChg>
      <pc:sldMasterChg chg="setBg modSldLayout">
        <pc:chgData name="Dhanashri Rawool" userId="37f22f9324e0c903" providerId="LiveId" clId="{102A8FC5-FC70-4866-AB13-A48B39960BE8}" dt="2025-12-17T11:55:24.593" v="140"/>
        <pc:sldMasterMkLst>
          <pc:docMk/>
          <pc:sldMasterMk cId="3075262244" sldId="2147483786"/>
        </pc:sldMasterMkLst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320559245" sldId="2147483787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2630972164" sldId="2147483788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3409857866" sldId="2147483789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1944558712" sldId="2147483790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3890018536" sldId="2147483791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1193502446" sldId="2147483792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605931499" sldId="2147483793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2437631022" sldId="2147483794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1126485509" sldId="2147483795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2506274366" sldId="2147483796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2317108507" sldId="2147483797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2891616251" sldId="2147483798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973020059" sldId="2147483799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4204346640" sldId="2147483800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779086374" sldId="2147483801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103769647" sldId="2147483802"/>
          </pc:sldLayoutMkLst>
        </pc:sldLayoutChg>
        <pc:sldLayoutChg chg="setBg">
          <pc:chgData name="Dhanashri Rawool" userId="37f22f9324e0c903" providerId="LiveId" clId="{102A8FC5-FC70-4866-AB13-A48B39960BE8}" dt="2025-12-17T11:55:24.593" v="140"/>
          <pc:sldLayoutMkLst>
            <pc:docMk/>
            <pc:sldMasterMk cId="3075262244" sldId="2147483786"/>
            <pc:sldLayoutMk cId="3968070317" sldId="2147483803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7F22F9324E0C903/work%20samples/Adventure%20Works%20Exce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[Adventure Works Excel project.xlsx]Other charts!PivotTable7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Customers by Sales Performance  </a:t>
            </a:r>
          </a:p>
        </c:rich>
      </c:tx>
      <c:layout>
        <c:manualLayout>
          <c:xMode val="edge"/>
          <c:yMode val="edge"/>
          <c:x val="5.1833987931622569E-2"/>
          <c:y val="6.37943450171140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7.9365079365079482E-3"/>
              <c:y val="-2.7777777777777776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4.850032155436188E-17"/>
              <c:y val="-6.01851851851852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2.1164021164021066E-2"/>
              <c:y val="-4.2437781360066642E-17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2.9100529100529099E-2"/>
              <c:y val="-4.1666666666666664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9.7000643108723759E-17"/>
              <c:y val="-4.1666666666666664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7.9365079365079482E-3"/>
              <c:y val="-2.7777777777777776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4.850032155436188E-17"/>
              <c:y val="-6.01851851851852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2.1164021164021066E-2"/>
              <c:y val="-4.2437781360066642E-17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2.9100529100529099E-2"/>
              <c:y val="-4.1666666666666664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9.7000643108723759E-17"/>
              <c:y val="-4.1666666666666664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7.9365079365079482E-3"/>
              <c:y val="-2.7777777777777776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4.850032155436188E-17"/>
              <c:y val="-6.018518518518523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0"/>
              <c:y val="-2.7777777777777776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2.1164021164021066E-2"/>
              <c:y val="-4.2437781360066642E-17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2.9100529100529099E-2"/>
              <c:y val="-4.1666666666666664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9.7000643108723759E-17"/>
              <c:y val="-4.1666666666666664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4.850032155436188E-17"/>
              <c:y val="-6.018518518518523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7.9365079365079482E-3"/>
              <c:y val="-2.7777777777777776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9.7000643108723759E-17"/>
              <c:y val="-4.1666666666666664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5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2.1164021164021066E-2"/>
              <c:y val="-4.2437781360066642E-17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0"/>
              <c:y val="-2.7777777777777776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7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2.9100529100529099E-2"/>
              <c:y val="-4.1666666666666664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8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marker>
          <c:symbol val="none"/>
        </c:marker>
        <c:dLbl>
          <c:idx val="0"/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4.850032155436188E-17"/>
              <c:y val="-6.018518518518523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0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7.9365079365079482E-3"/>
              <c:y val="-2.7777777777777776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1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9.7000643108723759E-17"/>
              <c:y val="-4.1666666666666664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2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2.1164021164021066E-2"/>
              <c:y val="-4.2437781360066642E-17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3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0"/>
              <c:y val="-2.7777777777777776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4"/>
        <c:spPr>
          <a:gradFill rotWithShape="1">
            <a:gsLst>
              <a:gs pos="0">
                <a:schemeClr val="accent1">
                  <a:tint val="94000"/>
                  <a:satMod val="100000"/>
                  <a:lumMod val="108000"/>
                </a:schemeClr>
              </a:gs>
              <a:gs pos="50000">
                <a:schemeClr val="accent1">
                  <a:tint val="98000"/>
                  <a:shade val="100000"/>
                  <a:satMod val="100000"/>
                  <a:lumMod val="100000"/>
                </a:schemeClr>
              </a:gs>
              <a:gs pos="100000">
                <a:schemeClr val="accent1">
                  <a:shade val="72000"/>
                  <a:satMod val="120000"/>
                  <a:lumMod val="10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c:spPr>
        <c:dLbl>
          <c:idx val="0"/>
          <c:layout>
            <c:manualLayout>
              <c:x val="-2.9100529100529099E-2"/>
              <c:y val="-4.1666666666666664E-2"/>
            </c:manualLayout>
          </c:layout>
          <c:numFmt formatCode="0.0,&quot;K&quot;" sourceLinked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8.9408721645755307E-2"/>
          <c:y val="0.11704211540685873"/>
          <c:w val="0.89785960319014135"/>
          <c:h val="0.468201363494056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'Other charts'!$C$20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4000"/>
                    <a:satMod val="100000"/>
                    <a:lumMod val="108000"/>
                  </a:schemeClr>
                </a:gs>
                <a:gs pos="50000">
                  <a:schemeClr val="accent1">
                    <a:tint val="98000"/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72000"/>
                    <a:satMod val="12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25400" dir="5400000" algn="ctr" rotWithShape="0">
                <a:srgbClr val="000000">
                  <a:alpha val="69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200000"/>
              </a:lightRig>
            </a:scene3d>
            <a:sp3d prstMaterial="plastic">
              <a:bevelT w="25400" h="25400"/>
            </a:sp3d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C12-4127-90DA-ED1107DF861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12-4127-90DA-ED1107DF861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C12-4127-90DA-ED1107DF861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C12-4127-90DA-ED1107DF861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C12-4127-90DA-ED1107DF861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C12-4127-90DA-ED1107DF861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8C12-4127-90DA-ED1107DF861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C12-4127-90DA-ED1107DF861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8C12-4127-90DA-ED1107DF861D}"/>
              </c:ext>
            </c:extLst>
          </c:dPt>
          <c:dLbls>
            <c:numFmt formatCode="0.0,&quot;K&quot;" sourceLinked="0"/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'Other charts'!$B$21:$B$31</c:f>
              <c:strCache>
                <c:ptCount val="10"/>
                <c:pt idx="0">
                  <c:v>Maurice M Shan</c:v>
                </c:pt>
                <c:pt idx="1">
                  <c:v>Francisco A Sara</c:v>
                </c:pt>
                <c:pt idx="2">
                  <c:v>Brad  She</c:v>
                </c:pt>
                <c:pt idx="3">
                  <c:v>Brandi D Gill</c:v>
                </c:pt>
                <c:pt idx="4">
                  <c:v>Rosa K Hu</c:v>
                </c:pt>
                <c:pt idx="5">
                  <c:v>Adriana L Gonzalez</c:v>
                </c:pt>
                <c:pt idx="6">
                  <c:v>Randall M Dominguez</c:v>
                </c:pt>
                <c:pt idx="7">
                  <c:v>Margaret  He</c:v>
                </c:pt>
                <c:pt idx="8">
                  <c:v>Kaitlyn J Henderson</c:v>
                </c:pt>
                <c:pt idx="9">
                  <c:v>Nichole  Nara</c:v>
                </c:pt>
              </c:strCache>
            </c:strRef>
          </c:cat>
          <c:val>
            <c:numRef>
              <c:f>'Other charts'!$C$21:$C$31</c:f>
              <c:numCache>
                <c:formatCode>0</c:formatCode>
                <c:ptCount val="10"/>
                <c:pt idx="0">
                  <c:v>12909.668199999998</c:v>
                </c:pt>
                <c:pt idx="1">
                  <c:v>13164.64</c:v>
                </c:pt>
                <c:pt idx="2">
                  <c:v>13173.189999999999</c:v>
                </c:pt>
                <c:pt idx="3">
                  <c:v>13195.64</c:v>
                </c:pt>
                <c:pt idx="4">
                  <c:v>13215.649999999998</c:v>
                </c:pt>
                <c:pt idx="5">
                  <c:v>13242.699999999999</c:v>
                </c:pt>
                <c:pt idx="6">
                  <c:v>13265.989999999998</c:v>
                </c:pt>
                <c:pt idx="7">
                  <c:v>13269.269999999999</c:v>
                </c:pt>
                <c:pt idx="8">
                  <c:v>13294.269999999999</c:v>
                </c:pt>
                <c:pt idx="9">
                  <c:v>13295.380000000001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C12-4127-90DA-ED1107DF861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2337040"/>
        <c:axId val="202327920"/>
      </c:barChart>
      <c:catAx>
        <c:axId val="202337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327920"/>
        <c:crosses val="autoZero"/>
        <c:auto val="1"/>
        <c:lblAlgn val="ctr"/>
        <c:lblOffset val="100"/>
        <c:noMultiLvlLbl val="0"/>
      </c:catAx>
      <c:valAx>
        <c:axId val="202327920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20233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28575">
      <a:solidFill>
        <a:schemeClr val="accent1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59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97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85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55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0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0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31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63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48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2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08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1616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020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346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086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69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07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233">
              <a:schemeClr val="bg2">
                <a:lumMod val="75000"/>
              </a:schemeClr>
            </a:gs>
            <a:gs pos="67226">
              <a:schemeClr val="bg2">
                <a:lumMod val="60000"/>
                <a:lumOff val="40000"/>
              </a:schemeClr>
            </a:gs>
            <a:gs pos="43100">
              <a:schemeClr val="bg2">
                <a:lumMod val="40000"/>
                <a:lumOff val="60000"/>
              </a:schemeClr>
            </a:gs>
            <a:gs pos="0">
              <a:schemeClr val="bg2">
                <a:lumMod val="20000"/>
                <a:lumOff val="80000"/>
              </a:schemeClr>
            </a:gs>
            <a:gs pos="100000">
              <a:schemeClr val="bg2">
                <a:lumMod val="5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358ECD-735F-403F-AD02-3DFBF1187CD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F4AEDE5-E085-4D66-955F-2B67A8C4EA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26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7D9D-FBC7-2872-A00F-3AF12006F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919787"/>
            <a:ext cx="8689976" cy="2509213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Algerian" panose="04020705040A02060702" pitchFamily="82" charset="0"/>
              </a:rPr>
              <a:t>Adventure Works</a:t>
            </a:r>
            <a:br>
              <a:rPr lang="en-US" sz="6000" b="1" dirty="0">
                <a:latin typeface="Algerian" panose="04020705040A02060702" pitchFamily="82" charset="0"/>
              </a:rPr>
            </a:br>
            <a:r>
              <a:rPr lang="en-US" sz="6000" b="1" dirty="0">
                <a:latin typeface="Algerian" panose="04020705040A02060702" pitchFamily="82" charset="0"/>
              </a:rPr>
              <a:t>SALES ANALYSIS</a:t>
            </a:r>
            <a:endParaRPr lang="en-IN" sz="6000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C5447-5390-E67D-AA46-FFFB12E76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520440"/>
            <a:ext cx="8689976" cy="1371599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accent2">
                    <a:lumMod val="50000"/>
                  </a:schemeClr>
                </a:solidFill>
              </a:rPr>
              <a:t>Dashboard Insights &amp; Strategic Recommendations</a:t>
            </a:r>
            <a:endParaRPr lang="en-IN" sz="2800" dirty="0">
              <a:solidFill>
                <a:schemeClr val="accent2">
                  <a:lumMod val="50000"/>
                </a:schemeClr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5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B916-8F42-03CA-5BF4-54017580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12117"/>
            <a:ext cx="10364451" cy="159617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Elephant" panose="02020904090505020303" pitchFamily="18" charset="0"/>
              </a:rPr>
              <a:t>Executive SUMMARY</a:t>
            </a:r>
            <a:endParaRPr lang="en-IN" sz="4000" dirty="0">
              <a:solidFill>
                <a:schemeClr val="accent2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2834-CA30-C612-2849-6DDEA8E696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808294"/>
            <a:ext cx="10363826" cy="365778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2100" b="1" dirty="0">
                <a:latin typeface="Elephant" panose="02020904090505020303" pitchFamily="18" charset="0"/>
              </a:rPr>
              <a:t> </a:t>
            </a:r>
            <a:r>
              <a:rPr lang="en-US" sz="2300" b="1" dirty="0">
                <a:latin typeface="Elephant" panose="02020904090505020303" pitchFamily="18" charset="0"/>
              </a:rPr>
              <a:t>Key Highlights:</a:t>
            </a:r>
            <a:endParaRPr lang="en-US" sz="2100" b="1" dirty="0">
              <a:latin typeface="Elephant" panose="02020904090505020303" pitchFamily="18" charset="0"/>
            </a:endParaRPr>
          </a:p>
          <a:p>
            <a:pPr lvl="1" algn="just">
              <a:lnSpc>
                <a:spcPct val="170000"/>
              </a:lnSpc>
            </a:pPr>
            <a:r>
              <a:rPr lang="en-US" sz="1900" b="1" dirty="0"/>
              <a:t>Total Sales: ₹29.36M</a:t>
            </a:r>
          </a:p>
          <a:p>
            <a:pPr lvl="1" algn="just">
              <a:lnSpc>
                <a:spcPct val="170000"/>
              </a:lnSpc>
            </a:pPr>
            <a:r>
              <a:rPr lang="en-US" sz="1900" b="1" dirty="0"/>
              <a:t>Total Orders: 60.4K</a:t>
            </a:r>
          </a:p>
          <a:p>
            <a:pPr lvl="1" algn="just">
              <a:lnSpc>
                <a:spcPct val="170000"/>
              </a:lnSpc>
            </a:pPr>
            <a:r>
              <a:rPr lang="en-US" sz="1900" b="1" dirty="0"/>
              <a:t>Total Profit: ₹12.08M</a:t>
            </a:r>
          </a:p>
          <a:p>
            <a:pPr lvl="1" algn="just">
              <a:lnSpc>
                <a:spcPct val="170000"/>
              </a:lnSpc>
            </a:pPr>
            <a:r>
              <a:rPr lang="en-US" sz="1900" b="1" dirty="0"/>
              <a:t>Peak Sales Month: December (₹3.21M)</a:t>
            </a:r>
          </a:p>
          <a:p>
            <a:pPr lvl="1" algn="just">
              <a:lnSpc>
                <a:spcPct val="170000"/>
              </a:lnSpc>
            </a:pPr>
            <a:r>
              <a:rPr lang="en-US" sz="1900" b="1" dirty="0"/>
              <a:t>Best Performing Region: Australia (₹9.06M)</a:t>
            </a:r>
          </a:p>
          <a:p>
            <a:pPr lvl="1" algn="just">
              <a:lnSpc>
                <a:spcPct val="170000"/>
              </a:lnSpc>
            </a:pPr>
            <a:r>
              <a:rPr lang="en-US" sz="1900" b="1" dirty="0"/>
              <a:t>Top Product: Mountain-200 Black, 46 (₹1.37M)</a:t>
            </a:r>
          </a:p>
          <a:p>
            <a:pPr lvl="1" algn="just">
              <a:lnSpc>
                <a:spcPct val="170000"/>
              </a:lnSpc>
            </a:pPr>
            <a:r>
              <a:rPr lang="en-US" sz="1900" b="1" dirty="0"/>
              <a:t>Top Customer: Nichole Nara (₹13.3K)</a:t>
            </a:r>
          </a:p>
          <a:p>
            <a:pPr marL="0" indent="0">
              <a:lnSpc>
                <a:spcPct val="170000"/>
              </a:lnSpc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D43EE-FA76-C26B-5180-3FB52E35480B}"/>
              </a:ext>
            </a:extLst>
          </p:cNvPr>
          <p:cNvSpPr txBox="1"/>
          <p:nvPr/>
        </p:nvSpPr>
        <p:spPr>
          <a:xfrm>
            <a:off x="913774" y="5781040"/>
            <a:ext cx="10561946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Adventure Works shows strong seasonal sales patterns, with Q4 contributing the highest revenue. Australia leads regional performance, and premium bike models dominate product sales.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43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0F34-D5FF-0897-4CB8-06436169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99" y="268712"/>
            <a:ext cx="8951976" cy="1596177"/>
          </a:xfrm>
        </p:spPr>
        <p:txBody>
          <a:bodyPr>
            <a:normAutofit/>
          </a:bodyPr>
          <a:lstStyle/>
          <a:p>
            <a:r>
              <a:rPr lang="en-IN" sz="4000" dirty="0"/>
              <a:t>📊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Elephant" panose="02020904090505020303" pitchFamily="18" charset="0"/>
              </a:rPr>
              <a:t>YEAR WISE SALES &amp; COST ANALYSIS</a:t>
            </a:r>
            <a:endParaRPr lang="en-IN" sz="4000" dirty="0">
              <a:solidFill>
                <a:schemeClr val="accent2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2F47EC-3573-BE98-0725-0514F4832D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557" t="45" r="1345" b="1291"/>
          <a:stretch>
            <a:fillRect/>
          </a:stretch>
        </p:blipFill>
        <p:spPr>
          <a:xfrm>
            <a:off x="1032967" y="1864889"/>
            <a:ext cx="6960093" cy="3828051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0A5C8-E66E-7AF1-7777-F6AEB7B4161F}"/>
              </a:ext>
            </a:extLst>
          </p:cNvPr>
          <p:cNvSpPr txBox="1"/>
          <p:nvPr/>
        </p:nvSpPr>
        <p:spPr>
          <a:xfrm>
            <a:off x="8211312" y="1779796"/>
            <a:ext cx="3465576" cy="420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Sales peaked in 2013 at ₹16.4M, followed by a sharp drop in 2014.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Production costs followed a similar trend, peaking in 2013 at ₹9.6M.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2010 and 2014 show negligible sales and cost activity.</a:t>
            </a:r>
          </a:p>
          <a:p>
            <a:pPr>
              <a:lnSpc>
                <a:spcPct val="150000"/>
              </a:lnSpc>
            </a:pP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168FA-8047-EF68-2E73-BEE124420FBD}"/>
              </a:ext>
            </a:extLst>
          </p:cNvPr>
          <p:cNvSpPr txBox="1"/>
          <p:nvPr/>
        </p:nvSpPr>
        <p:spPr>
          <a:xfrm>
            <a:off x="814714" y="5948218"/>
            <a:ext cx="10561946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2013 was a high-growth year, possibly due to product launches or market expansion. The drop in 2014 may indicate operational shifts, data gaps, or strategic pivots.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36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3A8F-439B-8582-534E-A874FE16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8712"/>
            <a:ext cx="10364451" cy="1596177"/>
          </a:xfrm>
        </p:spPr>
        <p:txBody>
          <a:bodyPr/>
          <a:lstStyle/>
          <a:p>
            <a:r>
              <a:rPr lang="en-IN" sz="4000" dirty="0"/>
              <a:t>📅 </a:t>
            </a:r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Elephant" panose="02020904090505020303" pitchFamily="18" charset="0"/>
              </a:rPr>
              <a:t>MONTH WISE SALES TRENDS</a:t>
            </a:r>
            <a:endParaRPr lang="en-IN" dirty="0">
              <a:solidFill>
                <a:schemeClr val="accent2">
                  <a:lumMod val="50000"/>
                </a:schemeClr>
              </a:solidFill>
              <a:latin typeface="Elephant" panose="020209040905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90F258-A823-56BE-8B9E-855960A0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9" t="1212" r="687" b="1364"/>
          <a:stretch>
            <a:fillRect/>
          </a:stretch>
        </p:blipFill>
        <p:spPr>
          <a:xfrm>
            <a:off x="913774" y="1737359"/>
            <a:ext cx="7422108" cy="3813049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D2D6A-511B-4F4F-60AF-0F74BDB8F4A2}"/>
              </a:ext>
            </a:extLst>
          </p:cNvPr>
          <p:cNvSpPr txBox="1"/>
          <p:nvPr/>
        </p:nvSpPr>
        <p:spPr>
          <a:xfrm>
            <a:off x="8549640" y="1737359"/>
            <a:ext cx="32644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1"/>
            </a:lvl1pPr>
          </a:lstStyle>
          <a:p>
            <a:r>
              <a:rPr lang="en-US" dirty="0"/>
              <a:t>Sales gradually increase from January to December.</a:t>
            </a:r>
          </a:p>
          <a:p>
            <a:r>
              <a:rPr lang="en-US" dirty="0"/>
              <a:t>Q4 (Oct–Dec) contributes ₹9.11M, the highest among all quarters.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402DC-C6F2-609E-629C-C4A015A8BE4C}"/>
              </a:ext>
            </a:extLst>
          </p:cNvPr>
          <p:cNvSpPr txBox="1"/>
          <p:nvPr/>
        </p:nvSpPr>
        <p:spPr>
          <a:xfrm>
            <a:off x="814714" y="5948218"/>
            <a:ext cx="10561946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Strong year-end performance suggests seasonal demand, likely driven by holiday promotions or fiscal year end buying behavior.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10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1951-9606-B72B-DE20-20731A84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7" y="508789"/>
            <a:ext cx="11750039" cy="159617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Elephant" panose="02020904090505020303" pitchFamily="18" charset="0"/>
              </a:rPr>
              <a:t>🧍‍♀️🧍‍♂️ CUSTOMER &amp; GENDER INSIGHTS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BE24D7-8044-C529-405D-EF1FEF36AF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4" t="1519" r="1412" b="4068"/>
          <a:stretch>
            <a:fillRect/>
          </a:stretch>
        </p:blipFill>
        <p:spPr>
          <a:xfrm>
            <a:off x="500840" y="2104966"/>
            <a:ext cx="5074887" cy="2948160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39ADDE4-A034-4D10-898F-9AF302F861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3482296"/>
              </p:ext>
            </p:extLst>
          </p:nvPr>
        </p:nvGraphicFramePr>
        <p:xfrm>
          <a:off x="5855900" y="2104966"/>
          <a:ext cx="5835260" cy="2948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7F98BCD-53C1-C0DD-220B-57A4ED87C2AD}"/>
              </a:ext>
            </a:extLst>
          </p:cNvPr>
          <p:cNvSpPr txBox="1"/>
          <p:nvPr/>
        </p:nvSpPr>
        <p:spPr>
          <a:xfrm>
            <a:off x="424364" y="5266944"/>
            <a:ext cx="5431536" cy="1709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1"/>
            </a:lvl1pPr>
          </a:lstStyle>
          <a:p>
            <a:r>
              <a:rPr lang="en-US" dirty="0"/>
              <a:t>Top 10 customers each contribute ~₹13K in sales.</a:t>
            </a:r>
          </a:p>
          <a:p>
            <a:r>
              <a:rPr lang="en-US" dirty="0"/>
              <a:t>Sales are nearly balanced across genders: Female ₹14.81M vs Male ₹14.54M.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B4E8E-C81C-7FAA-0A9C-4ED950C2477C}"/>
              </a:ext>
            </a:extLst>
          </p:cNvPr>
          <p:cNvSpPr txBox="1"/>
          <p:nvPr/>
        </p:nvSpPr>
        <p:spPr>
          <a:xfrm>
            <a:off x="5855900" y="5367528"/>
            <a:ext cx="5835260" cy="101566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Customer loyalty is strong amongst top buyers. Gender-neutral marketing may be effective, as both segments show equal purchasing power.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330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F684-1150-3B13-5C99-4A3AB9829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80319"/>
            <a:ext cx="10364451" cy="1596177"/>
          </a:xfrm>
        </p:spPr>
        <p:txBody>
          <a:bodyPr/>
          <a:lstStyle/>
          <a:p>
            <a:r>
              <a:rPr lang="en-IN" sz="4000" dirty="0"/>
              <a:t>🌍 </a:t>
            </a:r>
            <a:r>
              <a:rPr lang="en-US" sz="4000" dirty="0">
                <a:latin typeface="Elephant" panose="02020904090505020303" pitchFamily="18" charset="0"/>
              </a:rPr>
              <a:t>Regional performance</a:t>
            </a:r>
            <a:endParaRPr lang="en-IN" sz="4000" dirty="0">
              <a:latin typeface="Elephant" panose="020209040905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212C63-11D9-E266-92A8-A83332126F1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1354" t="1789" r="1971" b="3130"/>
          <a:stretch>
            <a:fillRect/>
          </a:stretch>
        </p:blipFill>
        <p:spPr>
          <a:xfrm>
            <a:off x="1032646" y="1776496"/>
            <a:ext cx="6730610" cy="3959352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03B29B-6A08-7424-FE10-EB96F917349F}"/>
              </a:ext>
            </a:extLst>
          </p:cNvPr>
          <p:cNvSpPr txBox="1"/>
          <p:nvPr/>
        </p:nvSpPr>
        <p:spPr>
          <a:xfrm>
            <a:off x="8028430" y="1776496"/>
            <a:ext cx="3712465" cy="295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1"/>
            </a:lvl1pPr>
          </a:lstStyle>
          <a:p>
            <a:r>
              <a:rPr lang="en-US" dirty="0"/>
              <a:t>Australia leads with ₹9.06M in sales.</a:t>
            </a:r>
          </a:p>
          <a:p>
            <a:r>
              <a:rPr lang="en-US" dirty="0"/>
              <a:t>Canada and Central regions follow, while Southeast, Northeast, and others show minimal activity.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1D890-14DC-4544-4531-2671B15F3A00}"/>
              </a:ext>
            </a:extLst>
          </p:cNvPr>
          <p:cNvSpPr txBox="1"/>
          <p:nvPr/>
        </p:nvSpPr>
        <p:spPr>
          <a:xfrm>
            <a:off x="814714" y="5948218"/>
            <a:ext cx="10561946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Australia is a mature market. Underperforming regions may need targeted campaigns or better distribution strategies.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65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16D56-EA5D-D84B-4DDC-8382080A8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68712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Elephant" panose="02020904090505020303" pitchFamily="18" charset="0"/>
              </a:rPr>
              <a:t>🚴 </a:t>
            </a:r>
            <a:r>
              <a:rPr lang="en-US" sz="4000" dirty="0">
                <a:latin typeface="Elephant" panose="02020904090505020303" pitchFamily="18" charset="0"/>
              </a:rPr>
              <a:t>PRODUCT PERFORMANCE</a:t>
            </a:r>
            <a:endParaRPr lang="en-IN" sz="4000" dirty="0">
              <a:latin typeface="Elephant" panose="020209040905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09E64-8E48-D694-A2DC-DF4D8E37C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3" t="1823" r="1002" b="2512"/>
          <a:stretch>
            <a:fillRect/>
          </a:stretch>
        </p:blipFill>
        <p:spPr>
          <a:xfrm>
            <a:off x="1097280" y="1864889"/>
            <a:ext cx="6437376" cy="3831336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586A15-409C-363A-7879-BCD35EB5837A}"/>
              </a:ext>
            </a:extLst>
          </p:cNvPr>
          <p:cNvSpPr txBox="1"/>
          <p:nvPr/>
        </p:nvSpPr>
        <p:spPr>
          <a:xfrm>
            <a:off x="7909560" y="1864889"/>
            <a:ext cx="3666744" cy="212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1"/>
            </a:lvl1pPr>
          </a:lstStyle>
          <a:p>
            <a:r>
              <a:rPr lang="en-US" dirty="0"/>
              <a:t>Mountain and Road bikes dominate top 10 product sales.</a:t>
            </a:r>
          </a:p>
          <a:p>
            <a:r>
              <a:rPr lang="en-US" dirty="0"/>
              <a:t>Mountain-200 Black and Silver variants consistently outperform.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B25F4-9BF7-4FA1-DE9C-D4FA7847928F}"/>
              </a:ext>
            </a:extLst>
          </p:cNvPr>
          <p:cNvSpPr txBox="1"/>
          <p:nvPr/>
        </p:nvSpPr>
        <p:spPr>
          <a:xfrm>
            <a:off x="814714" y="5948218"/>
            <a:ext cx="10561946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High-end bikes are the revenue drivers. Inventory and marketing should prioritize these SKUs.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31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AA48-BAF9-B4BB-A387-F811737E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81357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Elephant" panose="02020904090505020303" pitchFamily="18" charset="0"/>
              </a:rPr>
              <a:t>🧮 </a:t>
            </a:r>
            <a:r>
              <a:rPr lang="en-US" sz="4000" dirty="0">
                <a:latin typeface="Elephant" panose="02020904090505020303" pitchFamily="18" charset="0"/>
              </a:rPr>
              <a:t>Category wise sales &amp; profit</a:t>
            </a:r>
            <a:endParaRPr lang="en-IN" sz="4000" dirty="0">
              <a:latin typeface="Elephant" panose="0202090409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EB895-14BF-E50A-69EC-C9881567B6AC}"/>
              </a:ext>
            </a:extLst>
          </p:cNvPr>
          <p:cNvSpPr txBox="1"/>
          <p:nvPr/>
        </p:nvSpPr>
        <p:spPr>
          <a:xfrm>
            <a:off x="7955842" y="2214694"/>
            <a:ext cx="3721608" cy="212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1"/>
            </a:lvl1pPr>
          </a:lstStyle>
          <a:p>
            <a:r>
              <a:rPr lang="en-US" dirty="0"/>
              <a:t>Bikes category leads in both sales and profit.</a:t>
            </a:r>
          </a:p>
          <a:p>
            <a:r>
              <a:rPr lang="en-US" dirty="0"/>
              <a:t>Accessories and Clothing show lower margins.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886CB-08C1-D233-893D-CFB1D0F69622}"/>
              </a:ext>
            </a:extLst>
          </p:cNvPr>
          <p:cNvSpPr txBox="1"/>
          <p:nvPr/>
        </p:nvSpPr>
        <p:spPr>
          <a:xfrm>
            <a:off x="815026" y="5865922"/>
            <a:ext cx="10561946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Focus on high-margin categories like Bikes. Accessories may serve as upsell opportunities but need cost optimization.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47968-86ED-052D-E318-E9B0B961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3"/>
          <a:stretch>
            <a:fillRect/>
          </a:stretch>
        </p:blipFill>
        <p:spPr>
          <a:xfrm>
            <a:off x="814714" y="2077534"/>
            <a:ext cx="7141128" cy="3410125"/>
          </a:xfrm>
          <a:prstGeom prst="rect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825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0DD9-86EB-28A8-D4BB-10FF57CAA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68712"/>
            <a:ext cx="10364451" cy="159617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Elephant" panose="02020904090505020303" pitchFamily="18" charset="0"/>
              </a:rPr>
              <a:t>🎯</a:t>
            </a:r>
            <a:r>
              <a:rPr lang="en-US" sz="4000" dirty="0">
                <a:latin typeface="Elephant" panose="02020904090505020303" pitchFamily="18" charset="0"/>
              </a:rPr>
              <a:t>Strategic recommendations</a:t>
            </a:r>
            <a:endParaRPr lang="en-IN" sz="4000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B0925-C90B-D672-AFF4-193A7F8A13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9" y="2098380"/>
            <a:ext cx="10363826" cy="4490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Elephant" panose="02020904090505020303" pitchFamily="18" charset="0"/>
              </a:rPr>
              <a:t>📦 Product Strategy -</a:t>
            </a:r>
          </a:p>
          <a:p>
            <a:pPr lvl="1"/>
            <a:r>
              <a:rPr lang="en-US" sz="1600" b="1" dirty="0"/>
              <a:t>Prioritize Mountain-200 and Road-150 series in inventory planning.</a:t>
            </a:r>
          </a:p>
          <a:p>
            <a:pPr lvl="1"/>
            <a:r>
              <a:rPr lang="en-IN" sz="1600" b="1" dirty="0"/>
              <a:t>Introduce bundled offers with accessories to boost cross-category sales.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sz="1800" dirty="0">
                <a:latin typeface="Elephant" panose="02020904090505020303" pitchFamily="18" charset="0"/>
              </a:rPr>
              <a:t>🌍 Regional Expansion -</a:t>
            </a:r>
          </a:p>
          <a:p>
            <a:pPr lvl="1"/>
            <a:r>
              <a:rPr lang="en-US" sz="1600" b="1" dirty="0"/>
              <a:t>Deepen presence in Australia with loyalty programs.</a:t>
            </a:r>
          </a:p>
          <a:p>
            <a:pPr lvl="1"/>
            <a:r>
              <a:rPr lang="en-US" sz="1600" b="1" dirty="0"/>
              <a:t>Investigate low-performing regions for market potential or operational barriers.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1800" dirty="0">
                <a:latin typeface="Elephant" panose="02020904090505020303" pitchFamily="18" charset="0"/>
              </a:rPr>
              <a:t>💬 Customer Engagement -</a:t>
            </a:r>
          </a:p>
          <a:p>
            <a:pPr lvl="1"/>
            <a:r>
              <a:rPr lang="en-US" sz="1600" b="1" dirty="0"/>
              <a:t>Launch targeted campaigns for top customers to increase repeat purchases.</a:t>
            </a:r>
          </a:p>
          <a:p>
            <a:pPr lvl="1"/>
            <a:r>
              <a:rPr lang="en-US" sz="1600" b="1" dirty="0"/>
              <a:t>Use gender-balanced messaging to maintain broad appeal.</a:t>
            </a:r>
          </a:p>
          <a:p>
            <a:pPr lvl="1"/>
            <a:endParaRPr lang="en-IN" dirty="0"/>
          </a:p>
          <a:p>
            <a:endParaRPr lang="en-US" dirty="0"/>
          </a:p>
          <a:p>
            <a:pPr lvl="1"/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24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88145-342E-2333-1FCA-7B2935E103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07592"/>
            <a:ext cx="10363826" cy="448360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Elephant" panose="02020904090505020303" pitchFamily="18" charset="0"/>
              </a:rPr>
              <a:t>🎁 Seasonal Promotions -</a:t>
            </a:r>
          </a:p>
          <a:p>
            <a:pPr lvl="1"/>
            <a:r>
              <a:rPr lang="en-US" sz="1600" b="1" dirty="0"/>
              <a:t>Capitalize on Q4 momentum with early-bird holiday deals and flash sales.</a:t>
            </a:r>
          </a:p>
          <a:p>
            <a:pPr lvl="1"/>
            <a:r>
              <a:rPr lang="en-US" sz="1600" b="1" dirty="0"/>
              <a:t>Consider off-season campaigns to smoothen monthly revenue dips.</a:t>
            </a:r>
          </a:p>
          <a:p>
            <a:pPr lvl="1"/>
            <a:endParaRPr lang="en-US" sz="1600" b="1" dirty="0"/>
          </a:p>
          <a:p>
            <a:pPr marL="0" indent="0">
              <a:buNone/>
            </a:pPr>
            <a:r>
              <a:rPr lang="en-US" sz="1800" dirty="0">
                <a:latin typeface="Elephant" panose="02020904090505020303" pitchFamily="18" charset="0"/>
              </a:rPr>
              <a:t> </a:t>
            </a:r>
            <a:r>
              <a:rPr lang="en-IN" sz="1800" dirty="0">
                <a:latin typeface="Elephant" panose="02020904090505020303" pitchFamily="18" charset="0"/>
              </a:rPr>
              <a:t>📊 </a:t>
            </a:r>
            <a:r>
              <a:rPr lang="en-US" sz="1800" dirty="0">
                <a:latin typeface="Elephant" panose="02020904090505020303" pitchFamily="18" charset="0"/>
              </a:rPr>
              <a:t>Data Quality &amp; Continuity -</a:t>
            </a:r>
          </a:p>
          <a:p>
            <a:pPr lvl="1"/>
            <a:r>
              <a:rPr lang="en-US" sz="1600" b="1" dirty="0"/>
              <a:t>Address missing data in 2010 and 2014 to ensure complete trend analysis.</a:t>
            </a:r>
          </a:p>
          <a:p>
            <a:pPr lvl="1"/>
            <a:r>
              <a:rPr lang="en-US" sz="1600" b="1" dirty="0"/>
              <a:t>Implement consistent data capture across years for better forecasting.</a:t>
            </a:r>
          </a:p>
          <a:p>
            <a:pPr lvl="1"/>
            <a:endParaRPr lang="en-US" sz="1600" b="1" dirty="0"/>
          </a:p>
          <a:p>
            <a:pPr marL="457200" lvl="1" indent="0">
              <a:buNone/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54539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FC1B-DD30-D6A9-8415-AF23400F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THANK YOU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21642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168</TotalTime>
  <Words>531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Aptos Narrow</vt:lpstr>
      <vt:lpstr>Arial</vt:lpstr>
      <vt:lpstr>Elephant</vt:lpstr>
      <vt:lpstr>Tw Cen MT</vt:lpstr>
      <vt:lpstr>Wingdings</vt:lpstr>
      <vt:lpstr>Droplet</vt:lpstr>
      <vt:lpstr>Adventure Works SALES ANALYSIS</vt:lpstr>
      <vt:lpstr>Executive SUMMARY</vt:lpstr>
      <vt:lpstr>📊 YEAR WISE SALES &amp; COST ANALYSIS</vt:lpstr>
      <vt:lpstr>📅 MONTH WISE SALES TRENDS</vt:lpstr>
      <vt:lpstr>🧍‍♀️🧍‍♂️ CUSTOMER &amp; GENDER INSIGHTS</vt:lpstr>
      <vt:lpstr>🌍 Regional performance</vt:lpstr>
      <vt:lpstr>🚴 PRODUCT PERFORMANCE</vt:lpstr>
      <vt:lpstr>🧮 Category wise sales &amp; profit</vt:lpstr>
      <vt:lpstr>🎯Strategic recommendations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Dhanashri Rawool</dc:creator>
  <cp:lastModifiedBy>Dhanashri Rawool</cp:lastModifiedBy>
  <cp:revision>1</cp:revision>
  <dcterms:created xsi:type="dcterms:W3CDTF">2025-12-17T11:09:02Z</dcterms:created>
  <dcterms:modified xsi:type="dcterms:W3CDTF">2025-12-17T17:35:01Z</dcterms:modified>
</cp:coreProperties>
</file>